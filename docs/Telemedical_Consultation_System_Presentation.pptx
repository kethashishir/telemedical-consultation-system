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55E75"/>
                </a:solidFill>
              </a:defRPr>
            </a:pPr>
            <a:r>
              <a:t>Telemedical Consultation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Database Systems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Group Members: add names and student IDs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Instructor: Dr. Howlader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Presentation Date: May 05,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55E75"/>
                </a:solidFill>
              </a:defRPr>
            </a:pPr>
            <a:r>
              <a:t>Project Purpose and Main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72033"/>
                </a:solidFill>
              </a:defRPr>
            </a:pPr>
            <a:r>
              <a:t>Purpose: manage remote patient consultations in one database system.</a:t>
            </a:r>
          </a:p>
          <a:p>
            <a:pPr>
              <a:spcAft>
                <a:spcPts val="800"/>
              </a:spcAft>
              <a:defRPr sz="2200">
                <a:solidFill>
                  <a:srgbClr val="172033"/>
                </a:solidFill>
              </a:defRPr>
            </a:pPr>
            <a:r>
              <a:t>Register and view patients.</a:t>
            </a:r>
          </a:p>
          <a:p>
            <a:pPr>
              <a:spcAft>
                <a:spcPts val="800"/>
              </a:spcAft>
              <a:defRPr sz="2200">
                <a:solidFill>
                  <a:srgbClr val="172033"/>
                </a:solidFill>
              </a:defRPr>
            </a:pPr>
            <a:r>
              <a:t>Add doctors and availability.</a:t>
            </a:r>
          </a:p>
          <a:p>
            <a:pPr>
              <a:spcAft>
                <a:spcPts val="800"/>
              </a:spcAft>
              <a:defRPr sz="2200">
                <a:solidFill>
                  <a:srgbClr val="172033"/>
                </a:solidFill>
              </a:defRPr>
            </a:pPr>
            <a:r>
              <a:t>Book telemedical appointments.</a:t>
            </a:r>
          </a:p>
          <a:p>
            <a:pPr>
              <a:spcAft>
                <a:spcPts val="800"/>
              </a:spcAft>
              <a:defRPr sz="2200">
                <a:solidFill>
                  <a:srgbClr val="172033"/>
                </a:solidFill>
              </a:defRPr>
            </a:pPr>
            <a:r>
              <a:t>Update appointment status.</a:t>
            </a:r>
          </a:p>
          <a:p>
            <a:pPr>
              <a:spcAft>
                <a:spcPts val="800"/>
              </a:spcAft>
              <a:defRPr sz="2200">
                <a:solidFill>
                  <a:srgbClr val="172033"/>
                </a:solidFill>
              </a:defRPr>
            </a:pPr>
            <a:r>
              <a:t>Store diagnosis, prescription, treatment, and follow-up notes.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55E75"/>
                </a:solidFill>
              </a:defRPr>
            </a:pPr>
            <a:r>
              <a:t>ER Model and Database Design</a:t>
            </a:r>
          </a:p>
        </p:txBody>
      </p:sp>
      <p:pic>
        <p:nvPicPr>
          <p:cNvPr id="3" name="Picture 2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064240" cy="37288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55E75"/>
                </a:solidFill>
              </a:defRPr>
            </a:pPr>
            <a:r>
              <a:t>Front-End and Back-End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72033"/>
                </a:solidFill>
              </a:defRPr>
            </a:pPr>
            <a:r>
              <a:t>Front-end: Flask web pages with forms and tables.</a:t>
            </a:r>
          </a:p>
          <a:p>
            <a:pPr>
              <a:spcAft>
                <a:spcPts val="800"/>
              </a:spcAft>
              <a:defRPr sz="2200">
                <a:solidFill>
                  <a:srgbClr val="172033"/>
                </a:solidFill>
              </a:defRPr>
            </a:pPr>
            <a:r>
              <a:t>Back-end: MySQL database.</a:t>
            </a:r>
          </a:p>
          <a:p>
            <a:pPr>
              <a:spcAft>
                <a:spcPts val="800"/>
              </a:spcAft>
              <a:defRPr sz="2200">
                <a:solidFill>
                  <a:srgbClr val="172033"/>
                </a:solidFill>
              </a:defRPr>
            </a:pPr>
            <a:r>
              <a:t>Python connects forms to database operations.</a:t>
            </a:r>
          </a:p>
          <a:p>
            <a:pPr>
              <a:spcAft>
                <a:spcPts val="800"/>
              </a:spcAft>
              <a:defRPr sz="2200">
                <a:solidFill>
                  <a:srgbClr val="172033"/>
                </a:solidFill>
              </a:defRPr>
            </a:pPr>
            <a:r>
              <a:t>Primary keys uniquely identify records.</a:t>
            </a:r>
          </a:p>
          <a:p>
            <a:pPr>
              <a:spcAft>
                <a:spcPts val="800"/>
              </a:spcAft>
              <a:defRPr sz="2200">
                <a:solidFill>
                  <a:srgbClr val="172033"/>
                </a:solidFill>
              </a:defRPr>
            </a:pPr>
            <a:r>
              <a:t>Foreign keys connect patients, doctors, appointments, and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55E75"/>
                </a:solidFill>
              </a:defRPr>
            </a:pPr>
            <a:r>
              <a:t>Live Demonstration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72033"/>
                </a:solidFill>
              </a:defRPr>
            </a:pPr>
            <a:r>
              <a:t>1. Show dashboard summary.</a:t>
            </a:r>
          </a:p>
          <a:p>
            <a:pPr>
              <a:spcAft>
                <a:spcPts val="800"/>
              </a:spcAft>
              <a:defRPr sz="2200">
                <a:solidFill>
                  <a:srgbClr val="172033"/>
                </a:solidFill>
              </a:defRPr>
            </a:pPr>
            <a:r>
              <a:t>2. Add a new patient.</a:t>
            </a:r>
          </a:p>
          <a:p>
            <a:pPr>
              <a:spcAft>
                <a:spcPts val="800"/>
              </a:spcAft>
              <a:defRPr sz="2200">
                <a:solidFill>
                  <a:srgbClr val="172033"/>
                </a:solidFill>
              </a:defRPr>
            </a:pPr>
            <a:r>
              <a:t>3. Show doctor list.</a:t>
            </a:r>
          </a:p>
          <a:p>
            <a:pPr>
              <a:spcAft>
                <a:spcPts val="800"/>
              </a:spcAft>
              <a:defRPr sz="2200">
                <a:solidFill>
                  <a:srgbClr val="172033"/>
                </a:solidFill>
              </a:defRPr>
            </a:pPr>
            <a:r>
              <a:t>4. Book an appointment.</a:t>
            </a:r>
          </a:p>
          <a:p>
            <a:pPr>
              <a:spcAft>
                <a:spcPts val="800"/>
              </a:spcAft>
              <a:defRPr sz="2200">
                <a:solidFill>
                  <a:srgbClr val="172033"/>
                </a:solidFill>
              </a:defRPr>
            </a:pPr>
            <a:r>
              <a:t>5. Update appointment status.</a:t>
            </a:r>
          </a:p>
          <a:p>
            <a:pPr>
              <a:spcAft>
                <a:spcPts val="800"/>
              </a:spcAft>
              <a:defRPr sz="2200">
                <a:solidFill>
                  <a:srgbClr val="172033"/>
                </a:solidFill>
              </a:defRPr>
            </a:pPr>
            <a:r>
              <a:t>6. Add a medical record and prescription.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